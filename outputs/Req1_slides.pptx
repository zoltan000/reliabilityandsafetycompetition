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Bearings, belts and motor-reducers wear out, and load (not weather) sets how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2514E"/>
                </a:solidFill>
              </a:defRPr>
            </a:pPr>
            <a:r>
              <a:t>Failure behaviour: 3 wear-out, 2 random, software infant mortality</a:t>
            </a:r>
          </a:p>
        </p:txBody>
      </p:sp>
      <p:pic>
        <p:nvPicPr>
          <p:cNvPr id="4" name="Picture 3" descr="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577840" cy="323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2514E"/>
                </a:solidFill>
              </a:defRPr>
            </a:pPr>
            <a:r>
              <a:t>Load is a stress multiplier, not just more hours</a:t>
            </a:r>
          </a:p>
        </p:txBody>
      </p:sp>
      <p:pic>
        <p:nvPicPr>
          <p:cNvPr id="6" name="Picture 5" descr="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577840" cy="2878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Bearings cause 94% of failures (≈41 per conveyor-year); every failure costs exactly 36 h of downtime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Every component renews perfectly: first-life and replacement lives are identical. The apparent 'shorter replacement belts' is Simpson's paradox (replacements happen mostly on Heavy conveyors)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Weather does not drive failures: seasonal temperature steps and daily temp./humidity/voltage swings change failure rates by ≤ 5% (bearings: 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514E"/>
                </a:solidFill>
              </a:defRPr>
            </a:pPr>
            <a:r>
              <a:t>Zoltan Hegyi, Jose Acosta Aldrete  ·  Industrial Conveyor Reliability Data Challenge  ·  fleet: 284 conveyors × 20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Downtime is a failure-count problem, and it is forecastable from the last observed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2514E"/>
                </a:solidFill>
              </a:defRPr>
            </a:pPr>
            <a:r>
              <a:t>Motor-reducer and belt failures announce themselves; bearing failures do not</a:t>
            </a:r>
          </a:p>
        </p:txBody>
      </p:sp>
      <p:pic>
        <p:nvPicPr>
          <p:cNvPr id="4" name="Picture 3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577840" cy="287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2514E"/>
                </a:solidFill>
              </a:defRPr>
            </a:pPr>
            <a:r>
              <a:t>Held-out conveyors (grouped CV): 3-year downtime error</a:t>
            </a:r>
          </a:p>
        </p:txBody>
      </p:sp>
      <p:pic>
        <p:nvPicPr>
          <p:cNvPr id="6" name="Picture 5" descr="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577840" cy="30588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Downtime = 36 h × failures + 24 h × planned stops (3/yr, 15 Mar / 15 Jul / 15 Dec): forecasting it means forecasting the failure count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Young conveyors ramp up: all bearings start new (β≈3), so failures rise through year 1 before settling. Tracking every bearing's age captures this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Bad actors stay bad: a conveyor's failure rate vs. its load-class peers in years 1-10 predicts years 11-20 (r = 0.93), so each conveyor's own history is a key forecast input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• Contactor wear-out is emerging (12 failures, all on a restart after repair; β≈3.7, wide CI): watch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514E"/>
                </a:solidFill>
              </a:defRPr>
            </a:pPr>
            <a:r>
              <a:t>Zoltan Hegyi, Jose Acosta Aldrete  ·  Industrial Conveyor Reliability Data Challenge  ·  fleet: 284 conveyors × 20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